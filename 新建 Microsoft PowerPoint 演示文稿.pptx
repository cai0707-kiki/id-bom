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3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5312"/>
            <a:ext cx="10363200" cy="424462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3623"/>
            <a:ext cx="9144000" cy="294357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80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905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9537"/>
            <a:ext cx="10515600" cy="507153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59048"/>
            <a:ext cx="10515600" cy="2666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52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5556"/>
            <a:ext cx="5181600" cy="77357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5556"/>
            <a:ext cx="5181600" cy="77357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13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9114"/>
            <a:ext cx="10515600" cy="235655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8734"/>
            <a:ext cx="5157787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3467"/>
            <a:ext cx="5157787" cy="65503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8734"/>
            <a:ext cx="5183188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3467"/>
            <a:ext cx="5183188" cy="65503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32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61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82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5425"/>
            <a:ext cx="6172200" cy="866422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02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5425"/>
            <a:ext cx="6172200" cy="866422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65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745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9111"/>
            <a:ext cx="2628900" cy="10332156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9111"/>
            <a:ext cx="7734300" cy="1033215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82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9114"/>
            <a:ext cx="105156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5556"/>
            <a:ext cx="105156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601E8-2234-47D2-A89F-44E46307533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300181"/>
            <a:ext cx="41148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A1039-BF07-48A6-95F5-D91CE29F9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5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" y="-600"/>
            <a:ext cx="12193200" cy="121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6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蔡修钢</dc:creator>
  <cp:lastModifiedBy>蔡修钢</cp:lastModifiedBy>
  <cp:revision>2</cp:revision>
  <dcterms:created xsi:type="dcterms:W3CDTF">2026-09-07T09:04:02Z</dcterms:created>
  <dcterms:modified xsi:type="dcterms:W3CDTF">2026-09-07T09:20:49Z</dcterms:modified>
</cp:coreProperties>
</file>